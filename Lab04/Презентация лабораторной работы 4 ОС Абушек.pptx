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7283"/>
    <p:restoredTop sz="94618"/>
  </p:normalViewPr>
  <p:slideViewPr>
    <p:cSldViewPr snapToGrid="0" snapToObjects="1">
      <p:cViewPr varScale="1">
        <p:scale>
          <a:sx n="18" d="100"/>
          <a:sy n="18" d="100"/>
        </p:scale>
        <p:origin x="224" y="1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35761A-3017-A54F-8B0B-6A2736EF2B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BB6A981-F4A1-7E4D-BD23-CE13247B93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765F26-6D5C-FA42-A0C6-A5B40502B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A1A28-D64C-F84C-BE72-D1FE2036BD78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A24B31-959F-A34D-9093-B8B9C1065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820842-63EA-1F49-9C47-D76641D17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9495-43DB-D04D-B3DB-A9B38BFBA4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932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81A8CA-B8B7-DA48-B7C8-FE23D4631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8CC9DC-CA8F-024D-BEF0-1BCC86E1C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785F3C-DFE3-A14E-BB0D-A9A5B8CCE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A1A28-D64C-F84C-BE72-D1FE2036BD78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34845F-07F5-5243-BBCD-9D5D07C90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9C2459-D861-1D44-9844-7AFCEEEFF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9495-43DB-D04D-B3DB-A9B38BFBA4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0567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6D260F-5C55-304D-8210-14B15DB08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5EB9CD-CD98-3043-A2EA-5FDC55BD0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3EE7D5-A5B9-364C-B6DF-3EA8F174A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A1A28-D64C-F84C-BE72-D1FE2036BD78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0A00E2-4332-7346-8E7C-B55C13BDE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D527CE-7015-774B-B3D0-FF014EF18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9495-43DB-D04D-B3DB-A9B38BFBA4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2453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40D146-14AC-EC48-976F-91FA23BFC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3C91AB-429A-474C-BEBD-AF00292064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4757D8B-E839-2244-B0B3-7E19AC5172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BF4052F-0BA8-484D-8C5C-4DC684832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A1A28-D64C-F84C-BE72-D1FE2036BD78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7FA8C44-EA30-6445-A072-102529DB1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DDA8A9A-40BA-254B-825D-47AB85BA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9495-43DB-D04D-B3DB-A9B38BFBA4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8155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483132-7E12-824F-AABA-943C4D8DA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DDF68B9-983A-D24F-BA9F-80DB6F0DB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58F2613-A1D0-F94C-BD28-5557960559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8DE92C5-D167-4D4B-84E2-692BD95079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B7C9521-500A-FC4F-8ADC-41CBAB91E7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A72DB64-D574-6C46-A675-76C102B27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A1A28-D64C-F84C-BE72-D1FE2036BD78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3DD6988-416E-DA47-A4AB-D14E778F7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AFE5A0D-91B5-084F-B6B8-A4BE276CB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9495-43DB-D04D-B3DB-A9B38BFBA4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8084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560ABB-F091-7C46-A929-9E3B4B427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5041CB2-9B47-8245-9889-AD0222364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A1A28-D64C-F84C-BE72-D1FE2036BD78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AD44654-73E0-AE4A-AFF7-66B4E124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D18CF10-6C08-9946-83C4-381EDEC32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9495-43DB-D04D-B3DB-A9B38BFBA4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1712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998235B-6F93-A14B-9C22-8CC5046CC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A1A28-D64C-F84C-BE72-D1FE2036BD78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BDDBB46-8780-FC4A-807C-3C1895CED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05659A-3B1F-1B41-871C-E01C8DCFD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9495-43DB-D04D-B3DB-A9B38BFBA4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9217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5D259E-AB15-0845-8664-AB622E712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F437C5-912F-EE46-A391-86D0A7C69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FFE9526-EA2E-5947-9D7F-89AC89DE7A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99A9310-2C37-C748-B2AF-3FA30733E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A1A28-D64C-F84C-BE72-D1FE2036BD78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B8E828B-10F5-004E-B64A-5545449A0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630D15C-954E-F44A-B3CB-C915ABD56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9495-43DB-D04D-B3DB-A9B38BFBA4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9389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12A7CD-3D5C-7544-9E95-B642A0F16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AE38DF4-5650-454B-88D0-07171264EB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FC4231B-0A5B-E34D-9627-7A46C33C80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FE9D067-DEE8-0249-956E-681F5D532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A1A28-D64C-F84C-BE72-D1FE2036BD78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6B918AB-D345-D945-A8E3-8260BAD23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143B3FF-2812-B342-82F2-ADF6DE908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9495-43DB-D04D-B3DB-A9B38BFBA4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5766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F6A6E2-C061-D745-8886-9132AC1FC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BCD7963-B6BD-B34A-9733-F6FE0182F4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B2A98B-BDC8-C046-9B86-8B1CD8CFF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A1A28-D64C-F84C-BE72-D1FE2036BD78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7AE8CC-9A27-724B-BAF9-FB2AC52FB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750DAA-8FB1-DD46-91C1-6734369C6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9495-43DB-D04D-B3DB-A9B38BFBA4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9455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276BA3B-0B6C-634D-A072-FF24C1AF3E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917AB8E-7D4A-3C4B-AACF-5E63EE5E0F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D181E3-5BD5-E040-96CA-60165E2E1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A1A28-D64C-F84C-BE72-D1FE2036BD78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3E18CC-B7E9-4345-9714-4F2434A22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2FE64A-F86B-C944-8EB5-FDC869B04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9495-43DB-D04D-B3DB-A9B38BFBA4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2393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B67BAA-0DEE-9C40-A27B-76F3570B5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345D76-1FC1-794B-8773-F60E88486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A0FB00-2422-9443-A2E3-B25EE78D0C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A1A28-D64C-F84C-BE72-D1FE2036BD78}" type="datetimeFigureOut">
              <a:rPr lang="ru-RU" smtClean="0"/>
              <a:t>25.09.2021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E78AAD-7CCF-F441-B75E-CACB06B3F7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99C6CC-03E3-874A-9C31-884B952AEF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D9495-43DB-D04D-B3DB-A9B38BFBA4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9951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085A82-3E1E-9A44-B9AC-DAFEB9634F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Российский Университет Дружбы народов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D628869-7FC6-A24C-86BF-2480A7ACC1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err="1"/>
              <a:t>ФФМиЕН</a:t>
            </a:r>
            <a:endParaRPr lang="ru-RU" dirty="0"/>
          </a:p>
          <a:p>
            <a:r>
              <a:rPr lang="ru-RU" dirty="0"/>
              <a:t>Презентация лабораторной работы 4</a:t>
            </a:r>
          </a:p>
          <a:p>
            <a:r>
              <a:rPr lang="ru-RU" dirty="0" err="1"/>
              <a:t>Абушек</a:t>
            </a:r>
            <a:r>
              <a:rPr lang="ru-RU" dirty="0"/>
              <a:t> Дмитрий 1032203018</a:t>
            </a:r>
          </a:p>
        </p:txBody>
      </p:sp>
    </p:spTree>
    <p:extLst>
      <p:ext uri="{BB962C8B-B14F-4D97-AF65-F5344CB8AC3E}">
        <p14:creationId xmlns:p14="http://schemas.microsoft.com/office/powerpoint/2010/main" val="244847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внутренний, ночное небо&#10;&#10;Автоматически созданное описание">
            <a:extLst>
              <a:ext uri="{FF2B5EF4-FFF2-40B4-BE49-F238E27FC236}">
                <a16:creationId xmlns:a16="http://schemas.microsoft.com/office/drawing/2014/main" id="{7C66C61F-A898-624E-9BD7-DA48D4D08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381000"/>
            <a:ext cx="8128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844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внутренний&#10;&#10;Автоматически созданное описание">
            <a:extLst>
              <a:ext uri="{FF2B5EF4-FFF2-40B4-BE49-F238E27FC236}">
                <a16:creationId xmlns:a16="http://schemas.microsoft.com/office/drawing/2014/main" id="{10C98CC8-844C-CF4D-9AC3-419675BCF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381000"/>
            <a:ext cx="8128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66009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</Words>
  <Application>Microsoft Macintosh PowerPoint</Application>
  <PresentationFormat>Широкоэкранный</PresentationFormat>
  <Paragraphs>4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Тема Office</vt:lpstr>
      <vt:lpstr>Российский Университет Дружбы народов 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Российский Университет Дружбы народов </dc:title>
  <dc:creator>Абушек Дмитрий Олегович</dc:creator>
  <cp:lastModifiedBy>Абушек Дмитрий Олегович</cp:lastModifiedBy>
  <cp:revision>2</cp:revision>
  <dcterms:created xsi:type="dcterms:W3CDTF">2021-09-25T19:57:27Z</dcterms:created>
  <dcterms:modified xsi:type="dcterms:W3CDTF">2021-09-25T20:00:32Z</dcterms:modified>
</cp:coreProperties>
</file>