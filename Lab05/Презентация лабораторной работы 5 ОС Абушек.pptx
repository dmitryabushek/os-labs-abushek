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8"/>
  </p:normalViewPr>
  <p:slideViewPr>
    <p:cSldViewPr snapToGrid="0" snapToObjects="1">
      <p:cViewPr varScale="1">
        <p:scale>
          <a:sx n="90" d="100"/>
          <a:sy n="90" d="100"/>
        </p:scale>
        <p:origin x="232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E4BE7D-5865-4E47-B5D2-83F3C62B5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66CCB07-B50A-FA45-B0F9-D6CFA5DAC0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FBEC93-62DC-7B4A-B8BC-EFA0D2F3C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DACB-0D07-9C49-A9BF-1EC7F20E2CD9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78351D-A68D-1942-AEBC-33318AFE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5CC186-3B32-7148-A84A-3FC642C9F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1D8E-EC1C-F742-8B1C-88FDBDD210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363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E22DA2-D201-D94F-BFC9-C77EF09DE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978DB6-6700-2D4A-8D8F-9663C29C9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C2D4B1-6B78-9645-A679-98C361291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DACB-0D07-9C49-A9BF-1EC7F20E2CD9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E01987-4E82-0D4C-BC28-BAD25C7C6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FD14DD-BCB5-7A4B-AC50-D9F167A0D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1D8E-EC1C-F742-8B1C-88FDBDD210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5750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72F823-71A9-8341-BB5E-7580D89F2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9428AB8-9579-A440-A0FD-4A608014A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22E56E-E7BD-5E4F-88C3-380796E12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DACB-0D07-9C49-A9BF-1EC7F20E2CD9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861946-4AB9-FD4F-9654-8E723D0D6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E4E9EB-4512-7C49-BFE3-03D473FF5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1D8E-EC1C-F742-8B1C-88FDBDD210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3177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9F1075-6FF6-5643-BB3B-434D71AAF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31A2B3-9302-504C-8AA8-77623B5891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67E0C5F-BDB3-8C48-864F-76E3E547E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C4462B-4253-A546-B456-8A7950BEC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DACB-0D07-9C49-A9BF-1EC7F20E2CD9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E1DD2C0-A313-FE46-A4DD-64CE22630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6803376-DB19-3E48-831D-3ABD5D1FB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1D8E-EC1C-F742-8B1C-88FDBDD210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3462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40F5E7-C368-424B-A151-3B9F54639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5066BF-84AC-0542-8765-9C0CCE818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0AC3E0C-D19E-DC4F-8189-5C8425C31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23C296E-142D-1D40-83C7-61919FDF4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1358DA6-3AAC-7E4A-BF5B-552BEA7CAE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8CA56BC-8571-FD4E-B41E-89569532C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DACB-0D07-9C49-A9BF-1EC7F20E2CD9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BFA70A3-19A3-6B42-9516-5913526F8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4478055-DB47-E940-8C89-C6834A0E1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1D8E-EC1C-F742-8B1C-88FDBDD210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7691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8EB556-F722-C44D-9C69-540503099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D2A904C-E2B1-7C4F-A7D9-57EADA1D4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DACB-0D07-9C49-A9BF-1EC7F20E2CD9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F9BDAD6-7125-6740-ADC3-7E823A975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5B94DA4-8792-A64D-B3A0-C336532F9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1D8E-EC1C-F742-8B1C-88FDBDD210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5372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FF10194-3828-FE48-BDAF-A26006393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DACB-0D07-9C49-A9BF-1EC7F20E2CD9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86DDE2C-5B46-C148-B590-644871EAC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B9231C5-43CE-744E-BC1F-288EF5E70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1D8E-EC1C-F742-8B1C-88FDBDD210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347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762D42-12C7-E840-9EB4-C193E31C9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5BF1D4-845F-EF4B-B930-D472EB315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B39600D-B67C-B047-B4F6-FC28504C94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26C6CA-EACF-B240-AF23-DD09293C6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DACB-0D07-9C49-A9BF-1EC7F20E2CD9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3B28587-A8C7-6844-A97E-3EBCFEB7E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234EA2A-91A1-2049-A19D-60EB3A194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1D8E-EC1C-F742-8B1C-88FDBDD210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2650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5ACCFC-5776-B24C-8D7D-7EBB0567E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682D8A4-60FC-2644-93DA-15790E9303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F1F5FFF-9865-CD45-9BC1-DEA0AD3E9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E5A4C3F-7E11-E44B-8923-C8DDE9383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DACB-0D07-9C49-A9BF-1EC7F20E2CD9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EA00DE4-7630-D742-8D5B-29E4BC0A0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1D5B558-097A-4D45-A3CD-1EAC840DF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1D8E-EC1C-F742-8B1C-88FDBDD210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9155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5C1978-4B17-9C4E-8548-BEF3EF27F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B4175C7-22DC-6C41-9B8E-F2BBFBC9E9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643BF3-5D46-2F43-8F70-EBCB2324A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DACB-0D07-9C49-A9BF-1EC7F20E2CD9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F83263-6E12-4D48-8A0D-6FDF770CE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A32DBE-C8F0-5A4D-AF2B-FF7E09180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1D8E-EC1C-F742-8B1C-88FDBDD210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5846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487A05C-97C3-324C-92FD-197B3A97A4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C7DD005-04A6-3E42-91E8-7F6C969AD9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C53D2A-84B5-094D-81DB-BA075C5BC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DACB-0D07-9C49-A9BF-1EC7F20E2CD9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DE2266-90C7-804B-A5F2-0F36760FE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77F601-A8FD-EB42-855F-7401A644C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1D8E-EC1C-F742-8B1C-88FDBDD210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9669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2F7577-B54D-E941-B8E2-D0850726F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F6FBDC4-7A18-544F-9841-91A37AD7C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754E84-3FF2-364C-B7B5-E5202971F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2DACB-0D07-9C49-A9BF-1EC7F20E2CD9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97639A-F139-9143-AD94-BA928BF19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8C6383-5B6E-E84A-B22E-44A33F1B0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CC1D8E-EC1C-F742-8B1C-88FDBDD210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8117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6BBD0D-4511-4042-942C-2F7DCD863E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Российский Университет Дружбы Народов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90D56C0-D355-2E4E-9E51-9818C6BBE1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err="1"/>
              <a:t>ФФМиЕН</a:t>
            </a:r>
            <a:endParaRPr lang="ru-RU" dirty="0"/>
          </a:p>
          <a:p>
            <a:r>
              <a:rPr lang="ru-RU" dirty="0"/>
              <a:t>Презентация лабораторной работы 5 </a:t>
            </a:r>
          </a:p>
          <a:p>
            <a:r>
              <a:rPr lang="ru-RU" dirty="0" err="1"/>
              <a:t>Абушек</a:t>
            </a:r>
            <a:r>
              <a:rPr lang="ru-RU" dirty="0"/>
              <a:t> Дмитрий 1032203018</a:t>
            </a:r>
          </a:p>
        </p:txBody>
      </p:sp>
    </p:spTree>
    <p:extLst>
      <p:ext uri="{BB962C8B-B14F-4D97-AF65-F5344CB8AC3E}">
        <p14:creationId xmlns:p14="http://schemas.microsoft.com/office/powerpoint/2010/main" val="123948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B5733490-B5D8-044B-9330-5C8154AF6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037" y="125412"/>
            <a:ext cx="9105900" cy="2006600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2A1BC28F-1C34-BA4D-944A-9F2334D81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037" y="2132012"/>
            <a:ext cx="9105900" cy="20066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1422E17-9E1D-2648-AA40-E04F5BE3E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037" y="4138612"/>
            <a:ext cx="9080500" cy="5334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C6C30EA-7999-5B4B-8486-11ED216FD4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3037" y="5357811"/>
            <a:ext cx="9105900" cy="9525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DFA5BAC-29E9-0E40-942E-0A6D23FFC5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3037" y="4684711"/>
            <a:ext cx="91440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74648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</Words>
  <Application>Microsoft Macintosh PowerPoint</Application>
  <PresentationFormat>Широкоэкранный</PresentationFormat>
  <Paragraphs>4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Российский Университет Дружбы Народов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Абушек Дмитрий Олегович</dc:creator>
  <cp:lastModifiedBy>Абушек Дмитрий Олегович</cp:lastModifiedBy>
  <cp:revision>2</cp:revision>
  <dcterms:created xsi:type="dcterms:W3CDTF">2021-09-25T20:01:08Z</dcterms:created>
  <dcterms:modified xsi:type="dcterms:W3CDTF">2021-09-25T20:05:43Z</dcterms:modified>
</cp:coreProperties>
</file>