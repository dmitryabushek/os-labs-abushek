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 snapToObjects="1">
      <p:cViewPr varScale="1">
        <p:scale>
          <a:sx n="90" d="100"/>
          <a:sy n="90" d="100"/>
        </p:scale>
        <p:origin x="232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002211-3508-6340-B2AB-A0C8662E8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A22FA5-4DC1-FD48-A62E-31BAB53E3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A495CC-5C3E-564E-B9D3-CF1135E3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AE57-8DDC-7840-9E3C-5DFA6C9A693E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B6BAAE-3B74-AC42-8337-F0864C21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A95841-8B8E-8B47-9FE8-604EAB7B5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7712-1DC1-7546-9920-765A3E5B64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50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C8579-475F-B044-BBD0-1FEE4F41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081373-E478-7A4F-A3EC-B155A8DE1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73B98E-6C20-8240-8DDB-BE717167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AE57-8DDC-7840-9E3C-5DFA6C9A693E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259794-F8B3-A144-9002-5474466A0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77C46C-4299-ED45-9C2E-44F98E410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7712-1DC1-7546-9920-765A3E5B64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446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A07277-5E04-BA47-B9C6-2B81E6EF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85517C-3DA2-524D-8B8A-102C1548A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8A2054-1EE0-2148-9F8C-1B666A02F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AE57-8DDC-7840-9E3C-5DFA6C9A693E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59347A-57A3-7E4E-A407-D2EBA65E1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C5C40B-597A-8745-8F2A-AD3D086AA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7712-1DC1-7546-9920-765A3E5B64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314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54044F-95E6-504B-B390-71E736962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5861D8-0BEB-534C-BD56-948E90685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3B550C-CBFC-EE40-AFDF-D15DCB8C7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31E563-8E07-3345-9EDA-64FB364B7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AE57-8DDC-7840-9E3C-5DFA6C9A693E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7A5061-F09E-1740-940E-0AC2F535E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C40C8A-0584-3744-83EF-47C02E5BF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7712-1DC1-7546-9920-765A3E5B64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652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CE552-019B-7840-82EA-DC790645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495C5D-3D1B-CA48-BEDC-502EA967B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568F4D-82CF-3B46-BF0B-01C33044C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91D2ADD-5815-B048-BA5D-5E3ECFDE9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485E7E2-5EA0-1C41-BF87-23B0B3528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4339675-F268-1C44-B66C-714CCC0F2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AE57-8DDC-7840-9E3C-5DFA6C9A693E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9F04B58-CD54-E549-AF4D-0DC3626DF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A97DE56-AD32-9C4C-AD58-DEDAB6D6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7712-1DC1-7546-9920-765A3E5B64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414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14BAA-86DD-F24F-9654-9E823DC17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46636B2-DF65-6040-A932-AC47C66E5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AE57-8DDC-7840-9E3C-5DFA6C9A693E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D4D6342-91E3-8846-AC8B-9E670EA57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622B8E-CE09-BA48-A3DC-7A74663F6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7712-1DC1-7546-9920-765A3E5B64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680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C0D8EB3-9480-F842-92D1-7AF038EDD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AE57-8DDC-7840-9E3C-5DFA6C9A693E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6BF6B3A-6580-9D4F-B58C-86216D5C5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A9E38B-6669-7D4C-8C79-D0B4B9AA6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7712-1DC1-7546-9920-765A3E5B64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272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6046F-3EE5-8749-8C9B-D5F74C09E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02E1B2-2327-9F4B-AB39-F9632A69D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D22941C-0352-C640-97CE-B0C9889D1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7790C6-4477-714C-BA9B-F7A535888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AE57-8DDC-7840-9E3C-5DFA6C9A693E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9A91A3-CF03-734A-9F56-3D0F2030E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41830E-98B0-9644-8CA0-1B7265638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7712-1DC1-7546-9920-765A3E5B64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44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E6509D-6CF3-A04F-AB78-DC9B7D53C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A6E0D56-EF6A-1E4F-A6E3-F01E459409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58165B5-8A9B-B34B-98CD-A2F806D0D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268C7B-96B8-BE48-A5F7-0DE3BEF01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AE57-8DDC-7840-9E3C-5DFA6C9A693E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4ABE34-B506-4C48-930D-AD22D863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A7E65A-A24D-4647-B10C-E714ED892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7712-1DC1-7546-9920-765A3E5B64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152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B8BB2E-28E7-F84A-823A-3AFA4A64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CDB5E2B-0D52-DA46-BE2D-74D33BD0E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0A4874-8CE4-C947-9891-FE25E6D93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AE57-8DDC-7840-9E3C-5DFA6C9A693E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2D4C3C-9410-2F4C-9334-37186A101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FCE7A2-A4E4-3246-BC74-D7571096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7712-1DC1-7546-9920-765A3E5B64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402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07BE73C-CD92-1443-8D8A-455AABDFB9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32F35E-6365-7A41-8D7A-BAC5FBCDE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8373AA-3393-014C-8663-DE52C2FE7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AE57-8DDC-7840-9E3C-5DFA6C9A693E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6F954A-9D68-3641-8429-70817D61C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FCA42C-EC56-3E46-9307-F232A2A4D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97712-1DC1-7546-9920-765A3E5B64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625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7F28F-4103-BF43-9DD6-FF15DB0E6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F57986-23AF-D843-85CA-244125FFE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5A600B-4E9A-2E4C-8796-B2EDD33DD3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2AE57-8DDC-7840-9E3C-5DFA6C9A693E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E2D6EA-B190-FD45-8351-0E6DCD77FE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21B130-523B-E64A-A441-83D7DEED7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97712-1DC1-7546-9920-765A3E5B64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7767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F5AB2B-B7CF-3241-942F-9B4D553DF0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Российский Университет Дружбы Народов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31DD9B6-6018-EE43-8DE6-0035150AEF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ФФМиЕН</a:t>
            </a:r>
            <a:endParaRPr lang="ru-RU" dirty="0"/>
          </a:p>
          <a:p>
            <a:r>
              <a:rPr lang="ru-RU" dirty="0"/>
              <a:t>Презентация лабораторной работы 6 </a:t>
            </a:r>
          </a:p>
          <a:p>
            <a:r>
              <a:rPr lang="ru-RU" dirty="0" err="1"/>
              <a:t>Абушек</a:t>
            </a:r>
            <a:r>
              <a:rPr lang="ru-RU" dirty="0"/>
              <a:t> Дмитрий 1032203018</a:t>
            </a:r>
          </a:p>
        </p:txBody>
      </p:sp>
    </p:spTree>
    <p:extLst>
      <p:ext uri="{BB962C8B-B14F-4D97-AF65-F5344CB8AC3E}">
        <p14:creationId xmlns:p14="http://schemas.microsoft.com/office/powerpoint/2010/main" val="1574104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058615AD-3877-334E-A209-7A14E1FFD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0" y="0"/>
            <a:ext cx="9118600" cy="217170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62F57392-5022-B045-B712-288CF051C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700" y="2171700"/>
            <a:ext cx="9118600" cy="12827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712621F-3785-464D-BEFF-892B4D511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050" y="3302000"/>
            <a:ext cx="9105900" cy="254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72B482F-A4D0-254F-9C57-88AEB3093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3050" y="3556000"/>
            <a:ext cx="12192000" cy="58953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C376572-112D-614D-8585-7E383106C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700" y="4145531"/>
            <a:ext cx="12192000" cy="42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2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</Words>
  <Application>Microsoft Macintosh PowerPoint</Application>
  <PresentationFormat>Широкоэкранный</PresentationFormat>
  <Paragraphs>4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Российский Университет Дружбы Народов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Абушек Дмитрий Олегович</dc:creator>
  <cp:lastModifiedBy>Абушек Дмитрий Олегович</cp:lastModifiedBy>
  <cp:revision>2</cp:revision>
  <dcterms:created xsi:type="dcterms:W3CDTF">2021-09-25T20:06:12Z</dcterms:created>
  <dcterms:modified xsi:type="dcterms:W3CDTF">2021-09-25T20:10:10Z</dcterms:modified>
</cp:coreProperties>
</file>