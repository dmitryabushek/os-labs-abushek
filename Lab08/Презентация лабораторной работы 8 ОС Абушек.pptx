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97"/>
    <p:restoredTop sz="94648"/>
  </p:normalViewPr>
  <p:slideViewPr>
    <p:cSldViewPr snapToGrid="0" snapToObjects="1">
      <p:cViewPr>
        <p:scale>
          <a:sx n="56" d="100"/>
          <a:sy n="56" d="100"/>
        </p:scale>
        <p:origin x="-696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C58F6-1188-C842-B332-719F914DA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B79EB2-BFB1-5841-B002-125C90644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D97689-7B72-F440-BA0D-6F440417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B3DA43-E510-3A4D-BD71-B35CCEFD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DFEB80-9017-8241-A5EF-62878C70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49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74B29-7F9D-EA43-B260-2C4C2AEE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3AC87-8417-EE48-AAF7-CE37D5F9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A6120F-1A27-9141-85DA-E60958B0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AF2F0B-7866-7A40-A137-BF3B9A45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55D395-797D-D345-B6B9-0F743A9E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4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3FF67-0186-F342-9766-D7BFDEE5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4FB90E-011F-EA4A-A7A3-5035953B7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B9FF8-772D-1F4D-9C20-AD737305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203DB-96AB-4746-9680-F51CD8EB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D656A7-2E67-D44B-9718-865C0548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037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55B4D-E58C-1044-87B8-554C67AD7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A59B07-231E-1C43-BD93-AF5D2B356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24E9EB-8141-464C-8A78-27D9FA279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B57087-6AFE-8A43-807A-5A7B5DF3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5086E8-DDF1-534C-B03B-03502E9A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9C2DB5-3AC6-7545-9E3F-9EA1417B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36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B2239-4C19-BB4F-9C03-709C286B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4651B9-6683-6F49-B403-E8632BA36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31DEFA-6D6C-4148-9DF5-182C640CD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DC21E92-F075-1C48-A31F-2AA8890AA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4B5A3A6-33DE-1746-9C38-ECE5C1DA9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40F5A6-A917-014F-A73C-1AF711E3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3E14CF-E1EA-3048-98DD-842F4AE6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805AB2-99D3-AD4A-A66A-13919A1F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04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92C367-DF74-C342-88DB-5972A7B9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7A8336-E277-5F43-A8B4-01B2FBCC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6286D2-37FB-6447-8537-2FF59CD0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845F20-CF74-DD4A-AD3B-100C241A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38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E7CE2B-E109-7E43-9955-0B4584A7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55DDE-66ED-0E44-9B69-53402375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2C8D2B-3F70-FF4B-9D50-DADE39A8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9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A42B4-A292-0940-8100-3F6225089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47F0E-DFB6-B941-8F8D-F9C91AA8F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5A858-598C-2C49-A599-D8438EA71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82986A-1FEE-0E4B-A46A-3BEE81FD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CC94B9-EFB3-2048-9678-A0636958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E14949-E429-0945-A759-FFAA5CEC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76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DA057-820D-3342-BE9A-2BCFD4B5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C032DD-EE86-F04C-B549-A3B8F8976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2D24E1-5516-FC42-A8FC-E46431CF8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544E15-86DD-1A4C-9825-C7298B55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B7BC43-8A00-B941-A743-8EE221AB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936675-ADC6-0448-BE35-DE442882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90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2098F-F6EA-F442-82D3-538B93C8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5A7B32-35E8-C742-9592-F2AE8CEC7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BA59F-6E3C-4646-8B3D-B0BA3C3A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F04B44-63D3-004C-9E91-F004FCE5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821E1E-E2CC-654F-A054-4AFF930F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03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113ED68-B33F-D54E-8117-D6016CA04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4F4406-ADC2-974C-A137-ED6ABA206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A78B17-8716-B746-8653-72A2E83B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4AA61-4D3A-F34B-8BD9-2B5A511D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8181E8-A0D6-3943-B0E4-1A2BB8B7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56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23ABE-989A-8440-B577-5B360A0C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AA438B-45A4-0049-BABF-12840C2EE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D27FB4-8F0B-1B44-86AB-17D5E73660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AA2DE-3FA4-784C-9C7A-B0BB882DC51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72D2E1-76D8-3743-8C3E-10A8A2BA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E4379B-6333-C348-A966-C41FF905F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AFD26-9DC1-354E-B022-EC3CC06BE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59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A0D7B-C8CB-6A43-A510-D543B0272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2D65F6-12BF-E04C-9577-65E99FBED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8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586299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D8B5E5-E258-E940-B718-D9E59E1EC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94" y="1428724"/>
            <a:ext cx="2894584" cy="384767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E36C4A-CBBE-064B-9CBF-5EE0AFFC6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151" y="1505160"/>
            <a:ext cx="3933698" cy="36948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F8DB7D-9A38-EC4F-B0F0-2E44C864F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406" y="1505160"/>
            <a:ext cx="30353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4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73AA024-B6D5-CB43-80C5-EE64511E1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143000"/>
            <a:ext cx="61341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1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D0DBD213-7E04-B34E-ACCE-F0B2D27E8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00" y="1206500"/>
            <a:ext cx="60706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0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5C0AF7A-6559-A04A-A254-835BEE979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40" y="0"/>
            <a:ext cx="6070600" cy="4445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4E71BB-4521-D347-8EDB-1B3A60F61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40" y="1800860"/>
            <a:ext cx="60706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905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Macintosh PowerPoint</Application>
  <PresentationFormat>Широкоэкранный</PresentationFormat>
  <Paragraphs>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Российский Университет Дружбы Народов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 </dc:title>
  <dc:creator>Абушек Дмитрий Олегович</dc:creator>
  <cp:lastModifiedBy>Абушек Дмитрий Олегович</cp:lastModifiedBy>
  <cp:revision>1</cp:revision>
  <dcterms:created xsi:type="dcterms:W3CDTF">2021-09-26T15:09:03Z</dcterms:created>
  <dcterms:modified xsi:type="dcterms:W3CDTF">2021-09-26T15:13:03Z</dcterms:modified>
</cp:coreProperties>
</file>