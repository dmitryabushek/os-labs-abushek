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04"/>
    <p:restoredTop sz="94658"/>
  </p:normalViewPr>
  <p:slideViewPr>
    <p:cSldViewPr snapToGrid="0" snapToObjects="1">
      <p:cViewPr>
        <p:scale>
          <a:sx n="70" d="100"/>
          <a:sy n="70" d="100"/>
        </p:scale>
        <p:origin x="35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EC5D5-F572-0F43-BA4F-9C327026E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2D39F6-C6EF-AD45-834B-45D94CD89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35BC3C-002F-FE48-B661-AD136BD04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45FB60-6410-6C4F-AC3B-6EB96B79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548467-48A0-0246-89D6-88E544C1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06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38255-007A-964B-AB37-F5BBCB31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874B0D-6E34-C140-905A-4A68B93B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8E870D-7D9C-0D44-9153-72C1B793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7E618-4BA0-384B-9DA2-BA7C3C5A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503755-2DE0-3543-B845-EE7A9A30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7074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D42BF-C000-224F-994A-9A6BA4ED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0A169E-6C8D-E546-AC44-C4CE7677C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54A3EB-7E8B-254D-A87B-3C99E5D2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8F989F-FB02-6D4A-8358-26F7B8E4A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5D67C3-393A-4B4A-B2CA-1935ADB1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297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9EE746-57EE-FA49-8C4D-A792FC7F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D04744-B10A-2F42-B14E-351E4EC7C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9663544-5632-FD4F-BE4A-EE24EF5F5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CB54046-F14E-A047-B662-2B1AD186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65ADD3-0C0B-5646-A2E9-D4906288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9422D7-2DED-924F-8FB5-00BDBBB1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994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844BB-8FA9-F941-B229-73495425F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D334DF-F3A7-F541-AE5D-B41794F1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F15CC4-4D6C-A547-A97A-5180A44EC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C82351-0316-634C-9207-73C2E74F3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6C43C44-CEFF-414A-B20E-5AC9F37B8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F6B5BBD-0D71-D54A-A955-20E1C415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8CF566-6D17-7947-824D-E6CE2C15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F9B19E-FB50-5245-9658-AB595A65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73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1969E-6835-3146-8B79-5CFE0132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2D22622-C97C-A045-8710-8F4387E45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B56FDA4-C7A1-C14F-B300-10F40731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0A20AD-6AFE-4D4C-B0D0-9E77EAEF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693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2DA5C9-BEF7-8F4B-A4BB-ADC9424C5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0FC09A-DE8F-5941-8DD6-E2C2F698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799940-62CF-A24F-B3E6-D07D667E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804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6A466-9603-B445-8D7B-CA072DA9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9E7EED-D3BC-F443-9AD1-DDD9FAB8F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5EBE61-1F3C-2A4C-910E-6C554592B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291C94-850A-B046-8665-5F0EDDC2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AB8EA5-4CB5-CE4A-81BD-25F544EE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9C328A-8B98-4346-A63E-CF8D13A2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05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C71D4-2649-1740-9900-968C39A1A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E2760EE-5516-6944-A181-20E4DA8DB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789A5D-B34D-6B43-B69D-AF9A32B05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C778DD-FD0A-E646-9BF1-A05E5589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DCB598-AEE2-E145-8D16-9D964CA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E2E95B-4545-6E46-9CF9-86D98000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539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6D4CB2-17CE-AF4C-BF36-6EB8865E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3D75F4-F6B7-4E4D-88BD-527846AFE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613E87-91D9-214A-817F-06A69B02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18DF2A-45AC-7C48-8364-7DF0BE51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7B2B20-78CC-474D-83B5-B5B28DF8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79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CC4A1C-0B43-374E-BD79-B5C7121F6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EB0D2D-3D9B-7D4C-A1F5-177BD3E0D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4CAC6B-F4AB-EA40-ACE3-E52934AE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F996C-1D25-0247-B23C-18E7358C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774E60-3031-CA4A-AB1F-D4B3B072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538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71C5E-641E-8448-ABEC-BF7BD929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7B41BD-5BEA-404B-A6C6-BCED4E823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493DD8-FE16-5249-A42F-5E73F0E7D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15A9A-DF58-A241-913B-846397DEBB20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C0ED22-24D0-F24F-A1CE-9185821D8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BF22E-2DB3-4841-B5AD-DC4DDC7F5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8B18C-0EDE-D54A-BE8E-086317AFB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070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1044C8-548B-A342-8699-FF6F98CAD1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1C9969-3292-8A4E-B0A9-DF445D4BDB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11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163047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F45BDF3-765B-EE41-9081-09A081ABD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489310"/>
            <a:ext cx="7213600" cy="11176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7357D08-C2C1-2D47-88E1-D4C058816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902" y="1606910"/>
            <a:ext cx="7168195" cy="1461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DBCBA4-665A-9E40-8DE7-DAF5B7362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200" y="3068510"/>
            <a:ext cx="7277100" cy="215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1CB2C8-5547-7949-BAEA-53ECAAC9A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550" y="3067050"/>
            <a:ext cx="7200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07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60CFB21E-D6B3-B940-9413-AC69B7CE7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0" y="105056"/>
            <a:ext cx="7290336" cy="27180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0DE19B4-0B0A-A842-ABF5-A441F553F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164" y="2823056"/>
            <a:ext cx="7239000" cy="2197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AD6BBE-2E21-1742-8537-460C6BEE1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0" y="5020156"/>
            <a:ext cx="72263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1141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</Words>
  <Application>Microsoft Macintosh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Российский Университет Дружбы Народов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</dc:title>
  <dc:creator>Абушек Дмитрий Олегович</dc:creator>
  <cp:lastModifiedBy>Абушек Дмитрий Олегович</cp:lastModifiedBy>
  <cp:revision>1</cp:revision>
  <dcterms:created xsi:type="dcterms:W3CDTF">2021-09-26T15:17:16Z</dcterms:created>
  <dcterms:modified xsi:type="dcterms:W3CDTF">2021-09-26T15:20:52Z</dcterms:modified>
</cp:coreProperties>
</file>