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11"/>
    <p:restoredTop sz="94648"/>
  </p:normalViewPr>
  <p:slideViewPr>
    <p:cSldViewPr snapToGrid="0" snapToObjects="1">
      <p:cViewPr varScale="1">
        <p:scale>
          <a:sx n="80" d="100"/>
          <a:sy n="80" d="100"/>
        </p:scale>
        <p:origin x="21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A1AF5-B6A8-8A4F-95E1-D531B65AB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834D81-2418-564F-A759-D9261BDD7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A613F-3D81-1547-975D-4E629F5F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7D0C1D-A8BD-C740-8CC5-0E8C1D54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24889-76A9-B744-A7E1-E717F257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20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829FA-2C41-B145-B08A-657EC2BD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81F416-65AA-BF45-8AB7-DFB72A5E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4096B5-959A-CB45-9483-12861234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5686B-AC6F-AB40-B24A-9A492C14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F134E-39BE-824D-B29A-9F421EB5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22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AA0B5-7171-B44B-A4AE-6CFC4014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E9F00C-3A88-484E-9B30-851CE7DC5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DFD02B-7397-CC40-A004-88F185C4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6BBE65-71C1-6D48-8551-1B590545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906D69-3549-E24F-90B5-9D05DFCB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35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91008-B9FB-4E4D-96F3-7AF2267B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11514-4764-AA40-AA32-D21E65F0C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408234-DB16-3045-95EF-73C80284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E072BF-4D5D-0448-9ACB-89CE50C5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F885F4-EBAB-F34B-B9BA-14FE61FE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2BEB4-3CEB-E048-9586-C9065079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4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D848E-3244-A34F-81EC-A12D61BAA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493EDD-8EF1-CE49-B67B-7D4941AFC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1D9F83-735A-1D42-B871-B484E707F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B763EB-2625-2045-AFFC-49B48E073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0CD30F-EADA-4840-A571-0EF54DEE7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E7E59F-64AE-4247-958F-8DBC0543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64D14D-FB05-0445-A8E4-B1C6FB30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2BE9A8-A37E-8045-96BB-0AA97C2A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31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5A2D3-A00A-AF42-BFDC-081EF7E2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C8ECEC-05A9-FD49-9B22-A10D0CB6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F479B3-FC71-184B-AEB9-F0EF3E22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09E532-A425-9142-B2E9-B3643161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37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7D8014-2FF4-FF42-B062-1F7BF0EF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D3F891D-03E5-2844-B7A5-8852455E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DEFD0-8D9B-B34E-9001-5A6327D8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10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0C782-A6EC-ED4D-B3C5-189464C9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24F3BD-74ED-1141-AACC-303DCB7F3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FCE245-5158-1B44-AA14-9AE311669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2EE330-D007-5E4D-A41C-03F28C84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9113FD-4D9F-A246-8F87-42D49427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861EF8-F7BF-A74A-ABC2-25D87DD9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48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F91D2-2DE9-0142-ADE7-A20CEA26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A160E3-5AFB-BD48-925C-A3D551802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13485A-E876-5E40-A322-6B42CA1C6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7BC2CE-27FD-E542-9AF5-756BDFB7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6808EC-6F6C-9C4E-9B0D-ED3A4D5F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6CFA8D-B394-AF47-A9DE-1680AE3E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68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2D350-AB80-7245-9626-49D25DA7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DEBB7F-4048-FE43-8C96-050F990CC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2217A-EDB4-C144-93F8-C3797496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867C87-46AB-F543-B13E-CC6BD0E6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45D37-353E-4448-97D4-BB4DD536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69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E87DAD-C652-5F42-8622-9E8B3928C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01E61C-3D76-3446-B75B-03C4F2F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C4249F-5CC2-6949-9976-6796BEBAF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895231-772F-A346-B82A-60AB6F6E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3EA892-8742-4D48-9AFF-6DC1E09B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73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3847F-F67B-5B47-A472-D25DC329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4676DB-831A-A94D-84CD-8DB6D3A7B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FE3D5-B82F-4545-BC0A-ED10450F6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2706-B2DC-C442-8A35-7F09DE2237FF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004FC8-7D6D-E341-B3C7-7592CB45B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EFD72F-F745-AC44-BEDB-496164727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37A03-71FE-B640-91E0-F6F8A8F702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4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93385-344D-0948-B3AD-E9C29CF33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69D164-BF94-1F4C-A499-049A1A235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12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121913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94FA3D-A6A0-E34E-ACF8-F34E8677F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828" y="758098"/>
            <a:ext cx="5076785" cy="5341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524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AFDBA7-88B9-0644-BB1C-D9BDF9335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2336800"/>
            <a:ext cx="71374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8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B9D38-E114-754F-A7CD-8A62D440E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1562100"/>
            <a:ext cx="7213600" cy="14478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DD194A8-ABEC-DA42-945C-90FEAE008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50" y="3403601"/>
            <a:ext cx="72517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8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1A5BB80-86D4-4149-8DF4-50BEE15DD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323850"/>
            <a:ext cx="6337300" cy="35687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DA9E687A-144E-4642-A640-8333FFEF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0" y="2768600"/>
            <a:ext cx="7239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9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066D6D-5F38-FA4E-93CD-9034CD85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2076450"/>
            <a:ext cx="7251700" cy="6985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BDF7144-93A0-594B-B203-33DE23E3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50" y="3619500"/>
            <a:ext cx="72390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85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Macintosh PowerPoint</Application>
  <PresentationFormat>Широкоэкранный</PresentationFormat>
  <Paragraphs>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2</cp:revision>
  <dcterms:created xsi:type="dcterms:W3CDTF">2021-09-26T15:21:28Z</dcterms:created>
  <dcterms:modified xsi:type="dcterms:W3CDTF">2021-09-26T18:59:43Z</dcterms:modified>
</cp:coreProperties>
</file>