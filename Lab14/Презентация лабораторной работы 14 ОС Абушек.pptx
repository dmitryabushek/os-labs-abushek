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22"/>
    <p:restoredTop sz="94602"/>
  </p:normalViewPr>
  <p:slideViewPr>
    <p:cSldViewPr snapToGrid="0" snapToObjects="1">
      <p:cViewPr varScale="1">
        <p:scale>
          <a:sx n="85" d="100"/>
          <a:sy n="85" d="100"/>
        </p:scale>
        <p:origin x="18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648977-4046-1643-84CD-9DA9E50F1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89303A7-6F15-564E-8C4B-A6D028153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B2756F-0C59-2443-A82A-7AAACFEDB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953E-4053-2F41-BC4B-83B472B44747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03A924-6D9D-3E46-85AD-5A46B07FB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F468B1-1D29-0D4F-B087-56F06B7EF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4A69-3C4F-2041-9AAE-6E674D1295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973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CA1CFD-485D-5742-8E66-FEC398927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D6F7DE-48A8-7647-A06A-4991E2778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205282-F8F3-8745-A6E1-A69D3BAFA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953E-4053-2F41-BC4B-83B472B44747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785922-C3F8-4B49-AF68-5F6309AD6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68362B-BF95-9947-BF27-579A59A2A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4A69-3C4F-2041-9AAE-6E674D1295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9860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959E7C-4160-8241-BE5F-0C7423AB7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BFBF26-2230-3A4C-8286-34BF8216C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257CE2-A63A-5A45-9A1C-47C45C6BE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953E-4053-2F41-BC4B-83B472B44747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2735E7-009D-9F4D-B0C8-033BD3DF2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607C29-D89F-1845-8281-25FAC3F46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4A69-3C4F-2041-9AAE-6E674D1295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5393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191FB7-5D1C-AB4E-8464-1EF5FAC4C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3E2131-6F7E-7A47-A926-A009E5D409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2F55FC3-0D72-B94D-B737-B8F8F0E35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893EDD-C06E-9F46-A073-C5ABA767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953E-4053-2F41-BC4B-83B472B44747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EB38FD2-30A7-1D45-8387-5D73EF6D2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4EF989-1C49-7D47-9715-B6529A085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4A69-3C4F-2041-9AAE-6E674D1295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7350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8FDEE5-C591-7A40-9CEA-738BCF6CE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131465-DFA7-7446-BC79-07AE38A5C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CC42B4-4921-9544-8F92-D477EF261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7616E86-9210-F34F-A56A-197CD18BE5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4394DA0-14D0-EA47-A7B6-1784E796D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6F7E531-448F-2440-9A68-4701ECFCE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953E-4053-2F41-BC4B-83B472B44747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472E153-43AD-FC41-83B3-15867EF08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07A5DAA-C877-B140-953F-C6D567AD8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4A69-3C4F-2041-9AAE-6E674D1295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363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7E5F56-41BB-9946-8C05-72B7FCB44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93F167D-90C3-1141-9E11-E8EE745F6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953E-4053-2F41-BC4B-83B472B44747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24DF4D1-CC1F-9B4E-BD27-E597CF194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C329576-FE1C-4A4F-B81D-9C5F7E102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4A69-3C4F-2041-9AAE-6E674D1295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8167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4E7FDCC-FF6C-674D-B6FF-9F4EF431F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953E-4053-2F41-BC4B-83B472B44747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1DB10F-EFB2-8744-A7C2-9BC019560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79C2A0A-5B64-A748-B94E-385647E93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4A69-3C4F-2041-9AAE-6E674D1295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925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C5179C-6DB9-1F4D-92A1-6F504C876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80521C-D8AA-1045-BD07-4297C4981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9570BA-3DBE-3A4C-BDED-E0EC49330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2108C3-35F4-E541-8A7E-ABE3D5605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953E-4053-2F41-BC4B-83B472B44747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11F5F76-F6D7-554A-86C3-634B0D8B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4DA596-FBAA-9648-926B-EF3942E15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4A69-3C4F-2041-9AAE-6E674D1295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2002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6F025F-9FAE-9942-A329-56B409F85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2E478CB-D484-114A-A3EC-2826FFA17D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14B0E3-CF1B-134D-AE2D-4A716BD45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B09971-77B0-F34D-B872-F4C12D950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953E-4053-2F41-BC4B-83B472B44747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8AA0F8C-BB41-E746-8C37-E703E6B8F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5E5152-191C-E941-A6B4-BE52B573D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4A69-3C4F-2041-9AAE-6E674D1295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2466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8CC7F9-1713-BE41-BB65-FEC253311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1A7946C-CB66-274F-AF24-ED49A6F6B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4A6053-1E8D-604F-A189-6771DD2BC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953E-4053-2F41-BC4B-83B472B44747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BF26F6-DFFF-CB4B-A5B4-EF93C1B71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DFFD90-024B-C648-A806-2E1587F68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4A69-3C4F-2041-9AAE-6E674D1295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389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CE7E50-C019-2043-BD09-93D83E5E9F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C46C147-B29A-8A48-90FB-6229E14B2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F1DB01-D5CE-864D-8556-25478FF7C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0953E-4053-2F41-BC4B-83B472B44747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D625ABB-1B8D-D54D-9BD7-56012090C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F3D409-FAD6-FE43-B9B9-73E8E7E2B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D4A69-3C4F-2041-9AAE-6E674D1295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7552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25EB02-6948-3444-B44F-6ADBA2018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6BCBF1-3332-4A4B-9323-8AE4C7523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5A9DC7-B41F-AD4C-82A9-9764EB3280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0953E-4053-2F41-BC4B-83B472B44747}" type="datetimeFigureOut">
              <a:rPr lang="ru-RU" smtClean="0"/>
              <a:t>26.09.2021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B79A16-F8D0-3543-A637-E48AC4871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20D4B8-934E-474F-82FB-47F6BF408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D4A69-3C4F-2041-9AAE-6E674D12955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82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CCAAD4-B527-5941-9C21-0FED0A021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Российский Университет Дружбы Народов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B3DCCDA-DB8E-E343-B2E9-21BCD88D3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/>
              <a:t>ФФМиЕН</a:t>
            </a:r>
            <a:endParaRPr lang="ru-RU" dirty="0"/>
          </a:p>
          <a:p>
            <a:r>
              <a:rPr lang="ru-RU" dirty="0"/>
              <a:t>Презентация лабораторной работы 14</a:t>
            </a:r>
          </a:p>
          <a:p>
            <a:r>
              <a:rPr lang="ru-RU" dirty="0" err="1"/>
              <a:t>Абушек</a:t>
            </a:r>
            <a:r>
              <a:rPr lang="ru-RU" dirty="0"/>
              <a:t> Дмитрий 1032203018</a:t>
            </a:r>
          </a:p>
        </p:txBody>
      </p:sp>
    </p:spTree>
    <p:extLst>
      <p:ext uri="{BB962C8B-B14F-4D97-AF65-F5344CB8AC3E}">
        <p14:creationId xmlns:p14="http://schemas.microsoft.com/office/powerpoint/2010/main" val="2258130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735C25D2-CE2A-0E42-BB5C-06F4260D1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890" y="405776"/>
            <a:ext cx="7240957" cy="15444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286CC8-9E95-4F49-AD58-B94CF548B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063" y="2832724"/>
            <a:ext cx="97155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850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2F25A73-1BD4-7E4D-A2C5-A32166C10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357" y="0"/>
            <a:ext cx="71152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935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9C20BF73-B09E-9D4E-B338-675A8C9BC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396" y="182276"/>
            <a:ext cx="8515208" cy="397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B5356B-DB64-C949-906E-0CB90C4B6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993" y="4592819"/>
            <a:ext cx="97536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7112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</Words>
  <Application>Microsoft Macintosh PowerPoint</Application>
  <PresentationFormat>Широкоэкранный</PresentationFormat>
  <Paragraphs>4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Российский Университет Дружбы Народов 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Российский Университет Дружбы Народов </dc:title>
  <dc:creator>Абушек Дмитрий Олегович</dc:creator>
  <cp:lastModifiedBy>Абушек Дмитрий Олегович</cp:lastModifiedBy>
  <cp:revision>1</cp:revision>
  <dcterms:created xsi:type="dcterms:W3CDTF">2021-09-26T15:45:56Z</dcterms:created>
  <dcterms:modified xsi:type="dcterms:W3CDTF">2021-09-26T15:48:32Z</dcterms:modified>
</cp:coreProperties>
</file>