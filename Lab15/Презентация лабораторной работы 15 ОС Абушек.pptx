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64"/>
    <p:restoredTop sz="94685"/>
  </p:normalViewPr>
  <p:slideViewPr>
    <p:cSldViewPr snapToGrid="0" snapToObjects="1">
      <p:cViewPr varScale="1">
        <p:scale>
          <a:sx n="73" d="100"/>
          <a:sy n="73" d="100"/>
        </p:scale>
        <p:origin x="200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88CE2E-5082-1143-A230-8244CC0353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040C806-EBDC-764C-B2FE-AC1C53B8AA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F0A360-0F0C-6741-B42B-B729D2EA9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9DCF2-9A3B-F541-BD1D-041201D34D85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F70609-9DF2-C146-B917-90DF21297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13DCB1-31D9-0A47-A8A0-7682C4C96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933C-55D7-8542-96E9-8DD956C8C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323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8072AA-4D69-2D4A-AC5B-E83B3DB9F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3E2670-65AC-AD44-B4E6-C46B84D69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F54FA0-24D0-E245-B7EE-CC1E276A9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9DCF2-9A3B-F541-BD1D-041201D34D85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84E950-D99F-984B-A516-6E95B27FC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4C4C42-3B2A-3445-AF1B-CA081B327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933C-55D7-8542-96E9-8DD956C8C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869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2BC015-0927-8A49-B69C-5A73A0B91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08B465-E1F3-0349-9717-44B162C03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B8FB26-7EB9-2040-9BF9-A804C4C71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9DCF2-9A3B-F541-BD1D-041201D34D85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B1C459-0CCF-7042-84D0-FB4E0F83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498E5F-5B32-3B40-B55F-3355CBC23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933C-55D7-8542-96E9-8DD956C8C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124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275A8C-EE2C-374E-AD8A-5A73F714A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9FD015-355F-034A-92B9-F91DFB11BD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7AC43A7-CFA6-0D4E-8D36-08B75482F4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07F799A-2265-F145-9EE9-235BA283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9DCF2-9A3B-F541-BD1D-041201D34D85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419F7E9-27F4-7E48-8A05-E27023305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516804C-544F-3947-9D97-1350BE386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933C-55D7-8542-96E9-8DD956C8C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2359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E2FC70-8CE6-064D-BD83-0CDCBE42E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488582-C2BD-9348-9F58-01993D212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9953EF4-50E8-4249-A614-3C9416A735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A1DF262-1A77-FB42-950C-3E61643C54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D820DC2-138A-7641-9B1F-3F14B6E884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8DFEE13-F300-D742-9176-CA62D3B81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9DCF2-9A3B-F541-BD1D-041201D34D85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A6722E6-809E-5A40-BA90-07EFBC441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CBC36B3-A79C-2248-9441-21C91F6EA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933C-55D7-8542-96E9-8DD956C8C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5181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75C8E-A464-0B4D-B994-51F1C3123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87048BB-94F0-1D4B-A7BB-B68DA2E82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9DCF2-9A3B-F541-BD1D-041201D34D85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28D8215-E77C-BE40-8451-CB2C523F6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55C9218-81C3-FE49-915A-CD9467B69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933C-55D7-8542-96E9-8DD956C8C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4236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7D2DC56-8245-684B-A8F0-E1C718A3F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9DCF2-9A3B-F541-BD1D-041201D34D85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DD6E8AD-63BA-FC4D-82CF-907105A14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592D1F-9E67-FD4C-AC1F-B31963D0E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933C-55D7-8542-96E9-8DD956C8C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3876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22C537-0B5A-9245-819C-E4069BEFC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81F16E-E2FA-414F-9A1E-FAEC090C6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28770F-60DE-8543-AF84-69CAB91A17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5777C54-9EBC-0343-A654-29561B853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9DCF2-9A3B-F541-BD1D-041201D34D85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9C7B543-A59F-614A-B4BA-104D2D4DF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7184A9-9BEF-644F-97D1-21FF4D40F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933C-55D7-8542-96E9-8DD956C8C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1660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8A47B9-5665-0E48-BE55-7365F8D45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F30F67-5794-4D42-AFB9-657980B8EC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6A2FADD-0ACA-E94C-8B81-354159F2C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FC6149E-D969-B34F-A967-19164B231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9DCF2-9A3B-F541-BD1D-041201D34D85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FA9FF80-E470-A448-A25C-6E3F1EC43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130919F-F225-3946-8709-76B4CACAF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933C-55D7-8542-96E9-8DD956C8C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4283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C9421-5C0C-4E44-A609-D0A2879BC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587615B-BE92-6647-AAA7-D375929354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D5630A-C60E-5A4E-BE56-84D7D22C7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9DCF2-9A3B-F541-BD1D-041201D34D85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0FB54D-9144-8249-9835-186E85F92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3E81C1-0EF9-144F-A7BE-06FCFA79B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933C-55D7-8542-96E9-8DD956C8C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3200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4B0A84A-3AD6-E045-84AB-B768D77B38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F36817-8309-554E-94F7-104DCC4174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D78F10-3504-3C43-9D75-0EC2FC3C9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9DCF2-9A3B-F541-BD1D-041201D34D85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E3D3D8-54DE-A343-B81D-E377A734D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1273E5-3EF2-B04D-A25B-B6C3E8FDA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933C-55D7-8542-96E9-8DD956C8C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8615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79DEBF-B354-C840-B9DA-277AB9A50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CBE018-DB37-8049-83BC-79FE9EEF1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542CCA-7E1B-004D-A9C7-B04863C1D5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A9DCF2-9A3B-F541-BD1D-041201D34D85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2835C8-15C5-D94F-9E8F-605107102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375835-5DEC-614C-BA77-8CCE8921D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A7933C-55D7-8542-96E9-8DD956C8C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0551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706DAF-C8EA-1948-AAD0-754F7F09B6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Российский Университет Дружбы Народов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5D5746B-1C7F-804A-9A91-01FB1B244A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err="1"/>
              <a:t>ФФМиЕН</a:t>
            </a:r>
            <a:endParaRPr lang="ru-RU" dirty="0"/>
          </a:p>
          <a:p>
            <a:r>
              <a:rPr lang="ru-RU" dirty="0"/>
              <a:t>Презентация лабораторной работы 15</a:t>
            </a:r>
          </a:p>
          <a:p>
            <a:r>
              <a:rPr lang="ru-RU" dirty="0" err="1"/>
              <a:t>Абушек</a:t>
            </a:r>
            <a:r>
              <a:rPr lang="ru-RU" dirty="0"/>
              <a:t> Дмитрий 1032203018</a:t>
            </a:r>
          </a:p>
        </p:txBody>
      </p:sp>
    </p:spTree>
    <p:extLst>
      <p:ext uri="{BB962C8B-B14F-4D97-AF65-F5344CB8AC3E}">
        <p14:creationId xmlns:p14="http://schemas.microsoft.com/office/powerpoint/2010/main" val="331650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25946BD-FEA5-1446-84CA-A36DD5B22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200" y="1936750"/>
            <a:ext cx="7213600" cy="298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498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F159D51D-F346-5C42-BFE2-6EE2F9D4E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828" y="0"/>
            <a:ext cx="88623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945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5CC2E724-8D98-F741-A707-937B7A20B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50" y="76200"/>
            <a:ext cx="11569700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984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84BF41AB-46EA-FD45-BB68-F105A291A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" y="215900"/>
            <a:ext cx="11607800" cy="642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0912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</Words>
  <Application>Microsoft Macintosh PowerPoint</Application>
  <PresentationFormat>Широкоэкранный</PresentationFormat>
  <Paragraphs>4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Российский Университет Дружбы Народов 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Российский Университет Дружбы Народов </dc:title>
  <dc:creator>Абушек Дмитрий Олегович</dc:creator>
  <cp:lastModifiedBy>Абушек Дмитрий Олегович</cp:lastModifiedBy>
  <cp:revision>1</cp:revision>
  <dcterms:created xsi:type="dcterms:W3CDTF">2021-09-26T15:49:06Z</dcterms:created>
  <dcterms:modified xsi:type="dcterms:W3CDTF">2021-09-26T15:51:54Z</dcterms:modified>
</cp:coreProperties>
</file>