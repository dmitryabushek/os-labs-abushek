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197"/>
  </p:normalViewPr>
  <p:slideViewPr>
    <p:cSldViewPr snapToGrid="0" snapToObjects="1">
      <p:cViewPr varScale="1">
        <p:scale>
          <a:sx n="90" d="100"/>
          <a:sy n="90" d="100"/>
        </p:scale>
        <p:origin x="232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B68074-17E8-0B44-BA07-979A3227E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1D29E79-14CE-954D-BE58-6CB24B643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6CD67E-A875-CA4A-8ACC-9FB9D24A8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CCB4-85DE-404D-AF4D-618612DB6A86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0DD167-B761-4040-8B00-BA494703B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E789EC-42B3-C74F-8CBB-95909C687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2AD48-4EAD-C44A-BA52-AEC0D99CF8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12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85AC4-446A-3248-A622-1205E46B5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B65E23-C60C-DB40-A718-5A6A40F95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788C31-EA8D-7844-9FA5-9CA096699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CCB4-85DE-404D-AF4D-618612DB6A86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217191-6CDE-844E-9B8B-05E5E5096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174C78-0538-7B4C-B5E2-507DB2EA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2AD48-4EAD-C44A-BA52-AEC0D99CF8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570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A46F4-2A40-2A49-BC39-214956599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D52489-3DBA-C946-8DC0-8FD8375F6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8C3E8D-28EC-5F4D-BF64-9C86FEDF7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CCB4-85DE-404D-AF4D-618612DB6A86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BD5D7E-2D0A-9E40-92ED-E8F247B55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B51FF2-E2AE-774E-835D-A8619188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2AD48-4EAD-C44A-BA52-AEC0D99CF8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380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F8876-CF61-F149-8357-7E55BD366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350B40-0725-5247-904F-0367F4F2B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4AE588-479F-EA4B-9FBA-631F3CE27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9EAA6E-5F0F-B14B-9DF3-4412BE48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CCB4-85DE-404D-AF4D-618612DB6A86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25550A-9F41-FC43-AD01-AB059700D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325754-98C2-284A-8C12-6A5C2B06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2AD48-4EAD-C44A-BA52-AEC0D99CF8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955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FD84B-B482-9A4D-A12F-1C486C325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96CEE9-B708-7147-8FD4-49FE307B7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0D924E8-D810-774C-8865-78198CBB4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A52F77-F84F-6845-9139-AB2DDEE7C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91FB47-A113-1D46-AC03-74B3829FF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8B8DE61-B951-E740-8A41-3EB0DF81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CCB4-85DE-404D-AF4D-618612DB6A86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ECFF0-3408-1449-8C09-E5507D9C2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305BA9C-97A8-024E-9661-6013E322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2AD48-4EAD-C44A-BA52-AEC0D99CF8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152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A74C30-9CB4-064A-AA3B-E8BE480A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AF73DC6-914B-2B4A-B4C5-57EDC5AB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CCB4-85DE-404D-AF4D-618612DB6A86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4B7505A-57AF-8841-837E-B0ECAE6E0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73B3E4-4012-A948-B6C6-C7B2ED46A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2AD48-4EAD-C44A-BA52-AEC0D99CF8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93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D7E2AA9-90AB-414E-B085-394013222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CCB4-85DE-404D-AF4D-618612DB6A86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42E8E7E-8A32-2749-B51B-B1E4024F0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4B4294-D39A-D747-A603-C777CEE9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2AD48-4EAD-C44A-BA52-AEC0D99CF8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443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A77E2-A3A3-C74E-A733-DD35F1872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7A7ECF-53D3-A140-BDD1-ED9444221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1DB28C-6D41-DC40-9298-A274B0674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EB4959-618D-6141-9EAD-1755CA2D0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CCB4-85DE-404D-AF4D-618612DB6A86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80B8C9-4C6B-634E-84C4-E929BE010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87ECC4-9131-8146-BFD6-7BE0C91BF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2AD48-4EAD-C44A-BA52-AEC0D99CF8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27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9BE56-8F27-AA44-B8EE-F6941C91A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14AD52-ECBF-6641-9F06-C55557806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F28680-DF11-5142-8F26-C10269395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25ED6D-EE53-1849-90A5-6FA45BAA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CCB4-85DE-404D-AF4D-618612DB6A86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9DEBDD-BCEB-164B-956D-2927E7F21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C2D9A4-D7DF-1B4E-AA42-D9EB560AE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2AD48-4EAD-C44A-BA52-AEC0D99CF8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129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5EAC9-7073-D243-8EEB-9D6885C01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E8DC684-2598-8A45-A5B3-9F0D562F4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5EDD1C-89F7-4C45-8119-356E58F50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CCB4-85DE-404D-AF4D-618612DB6A86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55A370-4B4B-5C4C-803C-2683A5056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AD37CF-BE52-AA45-B0C5-71C345195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2AD48-4EAD-C44A-BA52-AEC0D99CF8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763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98ACB2D-BA38-FA47-B53F-503BDF382E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16F3EA0-CBA3-8D40-9682-DAEAE8FD8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60F9EC-64D1-E749-AC0B-45A90C523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CCB4-85DE-404D-AF4D-618612DB6A86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E9646D-7D46-9348-A17E-94BEF76DC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9BC9F4-25F9-0241-A01E-94F5D570D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2AD48-4EAD-C44A-BA52-AEC0D99CF8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53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4645D-9E38-064F-BB39-3C00F86E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43ECAE-5E67-F541-B381-8140BF089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A3E595-4015-F547-9432-169461725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CCB4-85DE-404D-AF4D-618612DB6A86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AC587C-1692-F745-BB01-20067EBD1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8165A3-303C-4045-A645-69FE2934A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2AD48-4EAD-C44A-BA52-AEC0D99CF8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365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77A40-910C-784F-B418-68AFBD80CF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Российский Университет Дружбы Народов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DDCF3F-16EC-0743-86EC-92F7B49EA2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ФФМиЕН</a:t>
            </a:r>
            <a:endParaRPr lang="ru-RU" dirty="0"/>
          </a:p>
          <a:p>
            <a:r>
              <a:rPr lang="ru-RU" dirty="0"/>
              <a:t>Презентация лабораторной работы 7</a:t>
            </a:r>
          </a:p>
          <a:p>
            <a:r>
              <a:rPr lang="ru-RU" dirty="0" err="1"/>
              <a:t>Абушек</a:t>
            </a:r>
            <a:r>
              <a:rPr lang="ru-RU" dirty="0"/>
              <a:t> Дмитрий 1032203018</a:t>
            </a:r>
          </a:p>
        </p:txBody>
      </p:sp>
    </p:spTree>
    <p:extLst>
      <p:ext uri="{BB962C8B-B14F-4D97-AF65-F5344CB8AC3E}">
        <p14:creationId xmlns:p14="http://schemas.microsoft.com/office/powerpoint/2010/main" val="3849739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9E8EEF1-5A28-7D44-9181-C065786BB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231900"/>
            <a:ext cx="9791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247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B04105B9-E4B5-DA47-9379-83BB9BDA3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063750"/>
            <a:ext cx="98298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420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7867E3-9705-724F-831B-DE9DC13BB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298232"/>
            <a:ext cx="9791700" cy="2286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F222B0-762A-A648-93B3-42BB25A50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526832"/>
            <a:ext cx="9804400" cy="1905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98E76AD-0145-C64D-95AA-4CB6A835B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717332"/>
            <a:ext cx="9842500" cy="9017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13DDC88-5566-E340-AEC5-4C838DC82E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500" y="2330232"/>
            <a:ext cx="9829800" cy="381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061F9CA-030C-FF4F-971A-08A10D9C7D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900" y="1619032"/>
            <a:ext cx="98171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97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Macintosh PowerPoint</Application>
  <PresentationFormat>Широкоэкранный</PresentationFormat>
  <Paragraphs>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Российский Университет Дружбы Народов 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Российский Университет Дружбы Народов </dc:title>
  <dc:creator>Абушек Дмитрий Олегович</dc:creator>
  <cp:lastModifiedBy>Абушек Дмитрий Олегович</cp:lastModifiedBy>
  <cp:revision>1</cp:revision>
  <dcterms:created xsi:type="dcterms:W3CDTF">2021-09-25T20:10:21Z</dcterms:created>
  <dcterms:modified xsi:type="dcterms:W3CDTF">2021-09-25T20:13:11Z</dcterms:modified>
</cp:coreProperties>
</file>