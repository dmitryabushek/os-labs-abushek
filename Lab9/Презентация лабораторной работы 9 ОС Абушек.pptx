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0"/>
  </p:normalViewPr>
  <p:slideViewPr>
    <p:cSldViewPr snapToGrid="0" snapToObjects="1">
      <p:cViewPr>
        <p:scale>
          <a:sx n="110" d="100"/>
          <a:sy n="110" d="100"/>
        </p:scale>
        <p:origin x="6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F8DF9E-9F76-324E-81C8-E7960A6B3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94494D-0990-6B49-BFA6-683A5871B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CC1C1F-8961-CD44-9D78-4646F06A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E0276A-9A3F-C848-B1FC-0CBC66AB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B028CA-C5B9-794F-A730-72ED9427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22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C1AF5-4F94-E742-9EC9-43D51848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87B858-2195-BB4F-86B4-BA1573E0B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AF495A-63BF-3340-A0D6-12C5FC0B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0BAF19-EC6B-3D4F-8442-E3CD539E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0E7763-DFB6-FB41-94EA-D49F66D0F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54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C63B9-4871-7242-86BB-B0782EF0D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DEA7A5-7A24-B64E-8727-2AAE5C30C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30193C-0B0A-E141-8236-EAD8BEFB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6DDCCA-9444-6341-89BB-879298D0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FBE70A-5684-284F-89A0-3B50A3DB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75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9AD79-04F2-8540-8FCC-C4AA7A836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6789F-9108-DD4B-8A79-7EF39A330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BAD961-521D-8943-B46A-01AB2D901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D146F6-07E4-5C4B-AB91-B8DFA29F4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3DC083-3ED5-6F45-92B2-FE8C0389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FA70FE-7212-E54B-A188-E5980DFC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65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0AB76-58C8-5447-A511-3655FC6C2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2D5FE1-7FF0-714A-8AC4-7C231ECFF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AE2FEF-14ED-AD49-8E74-BE5696B97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67AEA7-4FD1-1F42-A2A2-88D6FEEE0C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C9E48BC-B312-2649-B772-9E8A1BA22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661217-4CCA-6443-A9AF-F9A207A3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D7FBC2-0DCF-0D4E-9F2B-65F85432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64F05B-DADB-9F47-A1AD-91317323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51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1A991-D977-AF41-B1F4-13AFD367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23562A-4A09-CE47-BD91-4B5B4F83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513EA6-C3DD-9C46-A8F7-1E09F246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4FA626-A73B-F646-B0F0-B983AE73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55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338B58D-D729-0047-8F5D-2AAAB6F86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43A0B8-426A-4C43-B88B-86FA6499C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66F74A-B3EA-4449-A33A-74E6B1F0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14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B9253-245E-6443-9E7B-B60C2808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296118-C601-A54C-9542-FE06282B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B5B6E6-10C5-5B42-A60E-B8BB2D948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CB3308-0E60-8240-81D1-E260D977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981D96-848C-D049-A47B-499D6EF3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55875E-9F7E-A747-B8D8-681C815C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67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A2768-AC95-404E-8A50-8D47BE3A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ED2711-3951-2E4E-A868-A2D280AE9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4A19D9-A5E7-BF48-8897-04BABB9AD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46EC56-30A0-6F4A-AA86-BEDD9DE88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E9023D-AB64-524D-A153-9A95A452E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0947DF-6706-9C45-825F-7CDF579E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04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3B30A-8E18-A84C-AD19-2FF241AEB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D77C9E-4B06-1540-9439-7106639E9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DF039E-4D6E-3B4F-B965-8CC9D0A8E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928E25-D34D-C743-B673-50397661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D6A80F-6CC8-D44B-A0B4-71D684B1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13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0F19190-D0FA-194E-BDC7-AA7704A90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56EAFE-91D8-A54A-9E1A-CFEB78DEF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812F5F-29AB-2242-BEBF-1CD5E410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F8F99A-0D98-9248-B538-5D8463DA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5C0A1A-7449-AD44-B060-483C768D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95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A2192-5F3C-A84B-B27C-2CA97072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98945-7E5A-8B44-A981-61982B7A7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8063C-DE90-FB40-8900-5BC7C5DDA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33003-CF59-7045-A496-452731BBEBDA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003D36-F7FC-6E4B-9936-D06C870DD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40C31B-7365-B24B-84B4-DF4BCCCC4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BD6D2-B6B2-5E43-AF46-C18557C8CD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48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765FD-F3A3-1543-A877-76CF7E0EC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Российский Университет Дружбы Народов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01F2AD-391B-764B-B8BB-B74910B651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ФФМиЕН</a:t>
            </a:r>
            <a:endParaRPr lang="ru-RU" dirty="0"/>
          </a:p>
          <a:p>
            <a:r>
              <a:rPr lang="ru-RU" dirty="0"/>
              <a:t>Презентация лабораторной работы 9</a:t>
            </a:r>
          </a:p>
          <a:p>
            <a:r>
              <a:rPr lang="ru-RU" dirty="0" err="1"/>
              <a:t>Абушек</a:t>
            </a:r>
            <a:r>
              <a:rPr lang="ru-RU" dirty="0"/>
              <a:t> Дмитрий 1032203018</a:t>
            </a:r>
          </a:p>
        </p:txBody>
      </p:sp>
    </p:spTree>
    <p:extLst>
      <p:ext uri="{BB962C8B-B14F-4D97-AF65-F5344CB8AC3E}">
        <p14:creationId xmlns:p14="http://schemas.microsoft.com/office/powerpoint/2010/main" val="2768576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70E4B5-A732-734F-8589-49A9B6481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50" y="587348"/>
            <a:ext cx="7251700" cy="7874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4E90E8-C38E-5043-9F87-742A74900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850" y="1796222"/>
            <a:ext cx="7239000" cy="180340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12B58F8-2D28-A242-A2F7-732022523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4501764"/>
            <a:ext cx="7251700" cy="1828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27E4BF7-ADAE-CB4E-A0A9-9E7023467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800" y="4142299"/>
            <a:ext cx="72263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716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Широкоэкранный</PresentationFormat>
  <Paragraphs>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Российский Университет Дружбы Народов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Российский Университет Дружбы Народов</dc:title>
  <dc:creator>Абушек Дмитрий Олегович</dc:creator>
  <cp:lastModifiedBy>Абушек Дмитрий Олегович</cp:lastModifiedBy>
  <cp:revision>1</cp:revision>
  <dcterms:created xsi:type="dcterms:W3CDTF">2021-09-26T15:13:40Z</dcterms:created>
  <dcterms:modified xsi:type="dcterms:W3CDTF">2021-09-26T15:16:37Z</dcterms:modified>
</cp:coreProperties>
</file>